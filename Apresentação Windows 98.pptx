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71" r:id="rId2"/>
    <p:sldId id="276" r:id="rId3"/>
  </p:sldIdLst>
  <p:sldSz cx="12192000" cy="6858000"/>
  <p:notesSz cx="6858000" cy="9144000"/>
  <p:embeddedFontLst>
    <p:embeddedFont>
      <p:font typeface="Tahoma" panose="020B0604030504040204" pitchFamily="34" charset="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8080"/>
    <a:srgbClr val="00877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83" autoAdjust="0"/>
  </p:normalViewPr>
  <p:slideViewPr>
    <p:cSldViewPr snapToGrid="0">
      <p:cViewPr>
        <p:scale>
          <a:sx n="100" d="100"/>
          <a:sy n="100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font" Target="fonts/font2.fntdata" /><Relationship Id="rId5" Type="http://schemas.openxmlformats.org/officeDocument/2006/relationships/font" Target="fonts/font1.fntdata" /><Relationship Id="rId10" Type="http://schemas.openxmlformats.org/officeDocument/2006/relationships/tableStyles" Target="tableStyles.xml" /><Relationship Id="rId4" Type="http://schemas.openxmlformats.org/officeDocument/2006/relationships/notesMaster" Target="notesMasters/notesMaster1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CF3D444-2B90-A505-CD4B-137724E7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1E35247-B105-4462-CDC7-E4E74BCF1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601449E-C450-4FE2-0ADD-4847123AF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79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1641F97-63C5-B8B8-CC59-551D6063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4AA4416-ABC7-5021-6A66-EC87B7C18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B215ACD-982A-731C-6E50-334A977128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30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13" Type="http://schemas.openxmlformats.org/officeDocument/2006/relationships/image" Target="../media/image11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12" Type="http://schemas.openxmlformats.org/officeDocument/2006/relationships/image" Target="../media/image10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0" Type="http://schemas.openxmlformats.org/officeDocument/2006/relationships/image" Target="../media/image8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13" Type="http://schemas.openxmlformats.org/officeDocument/2006/relationships/image" Target="../media/image13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12" Type="http://schemas.openxmlformats.org/officeDocument/2006/relationships/image" Target="../media/image10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0" Type="http://schemas.openxmlformats.org/officeDocument/2006/relationships/image" Target="../media/image8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80"/>
        </a:solid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79A7F10C-A44A-9F08-20F3-FE9740295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computer_explorer-5.png (48×48)">
            <a:extLst>
              <a:ext uri="{FF2B5EF4-FFF2-40B4-BE49-F238E27FC236}">
                <a16:creationId xmlns:a16="http://schemas.microsoft.com/office/drawing/2014/main" id="{5A9F225F-80C0-C78D-FD08-812BC9280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38125"/>
            <a:ext cx="457200" cy="4572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2F307CB-F541-BCE5-DD66-45605C4C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438400"/>
            <a:ext cx="457200" cy="4572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D59D46E-03AF-BBBB-512D-25129BF81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909637"/>
            <a:ext cx="457200" cy="4572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2A5DB536-6A3C-517F-EA8B-CDC679848AD3}"/>
              </a:ext>
            </a:extLst>
          </p:cNvPr>
          <p:cNvSpPr txBox="1"/>
          <p:nvPr/>
        </p:nvSpPr>
        <p:spPr>
          <a:xfrm>
            <a:off x="76200" y="694193"/>
            <a:ext cx="800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My Computer</a:t>
            </a:r>
            <a:endParaRPr lang="pt-BR" sz="800" dirty="0">
              <a:solidFill>
                <a:schemeClr val="bg1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3035F0E-7D1A-067A-AA81-7FD70606FD1A}"/>
              </a:ext>
            </a:extLst>
          </p:cNvPr>
          <p:cNvSpPr txBox="1"/>
          <p:nvPr/>
        </p:nvSpPr>
        <p:spPr>
          <a:xfrm>
            <a:off x="76199" y="1365705"/>
            <a:ext cx="866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My Documents</a:t>
            </a:r>
            <a:endParaRPr lang="pt-BR" sz="800" dirty="0">
              <a:solidFill>
                <a:schemeClr val="bg1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DE2A286-4852-C48F-3DEC-E9D25FE56AB1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B4A61144-A421-4A81-6479-1D543FD8A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1621749"/>
            <a:ext cx="457200" cy="45720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4EB9A10-3EEF-5BA2-9E2F-B969EFB4DB4E}"/>
              </a:ext>
            </a:extLst>
          </p:cNvPr>
          <p:cNvSpPr txBox="1"/>
          <p:nvPr/>
        </p:nvSpPr>
        <p:spPr>
          <a:xfrm>
            <a:off x="178592" y="2089948"/>
            <a:ext cx="628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Explorer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70CB345-2C4B-FA9E-E385-EDB1ED727050}"/>
              </a:ext>
            </a:extLst>
          </p:cNvPr>
          <p:cNvSpPr txBox="1"/>
          <p:nvPr/>
        </p:nvSpPr>
        <p:spPr>
          <a:xfrm>
            <a:off x="109535" y="2946173"/>
            <a:ext cx="7667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 err="1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Recycle</a:t>
            </a:r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  Bin</a:t>
            </a:r>
            <a:endParaRPr lang="pt-BR" sz="800" dirty="0">
              <a:solidFill>
                <a:schemeClr val="bg1"/>
              </a:solidFill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3BED9C10-DE4E-A9EF-107F-7F04F532E6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6" y="6540926"/>
            <a:ext cx="12192000" cy="317074"/>
          </a:xfrm>
          <a:prstGeom prst="rect">
            <a:avLst/>
          </a:prstGeom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62250" y="1282005"/>
            <a:ext cx="6667500" cy="42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76550" y="1396305"/>
            <a:ext cx="6438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76550" y="1672530"/>
            <a:ext cx="6438900" cy="378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34450" y="145821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05900" y="1458217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933700" y="1424880"/>
            <a:ext cx="1517002" cy="21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User_Profile.exe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3185100" y="2575267"/>
            <a:ext cx="5920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 noProof="0">
                <a:solidFill>
                  <a:srgbClr val="000080"/>
                </a:solidFill>
                <a:latin typeface="Tahoma"/>
                <a:ea typeface="Tahoma"/>
                <a:cs typeface="Tahoma"/>
                <a:sym typeface="Tahoma"/>
              </a:rPr>
              <a:t>Olá, eu sou o </a:t>
            </a:r>
            <a:r>
              <a:rPr lang="pt-BR" sz="4500" b="1" noProof="0">
                <a:solidFill>
                  <a:srgbClr val="000080"/>
                </a:solidFill>
                <a:latin typeface="Tahoma"/>
                <a:ea typeface="Tahoma"/>
                <a:cs typeface="Tahoma"/>
                <a:sym typeface="Tahoma"/>
              </a:rPr>
              <a:t>Filipe!</a:t>
            </a:r>
            <a:endParaRPr lang="pt-BR" noProof="0"/>
          </a:p>
        </p:txBody>
      </p:sp>
      <p:sp>
        <p:nvSpPr>
          <p:cNvPr id="93" name="Google Shape;93;p13"/>
          <p:cNvSpPr txBox="1"/>
          <p:nvPr/>
        </p:nvSpPr>
        <p:spPr>
          <a:xfrm>
            <a:off x="3276530" y="4863404"/>
            <a:ext cx="56388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0" i="0" u="none" strike="noStrike" cap="none" noProof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Versão 27.08.25 (Build </a:t>
            </a:r>
            <a:r>
              <a:rPr lang="pt-BR" sz="1650" noProof="0" dirty="0">
                <a:latin typeface="Tahoma"/>
                <a:ea typeface="Tahoma"/>
                <a:cs typeface="Tahoma"/>
                <a:sym typeface="Tahoma"/>
              </a:rPr>
              <a:t>9809</a:t>
            </a:r>
            <a:r>
              <a:rPr lang="pt-BR" sz="1650" b="0" i="0" u="none" strike="noStrike" cap="none" noProof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lang="pt-BR" noProof="0" dirty="0"/>
          </a:p>
        </p:txBody>
      </p:sp>
      <p:pic>
        <p:nvPicPr>
          <p:cNvPr id="4" name="Imagem 3" descr="address_book_user.png (32×32)">
            <a:extLst>
              <a:ext uri="{FF2B5EF4-FFF2-40B4-BE49-F238E27FC236}">
                <a16:creationId xmlns:a16="http://schemas.microsoft.com/office/drawing/2014/main" id="{7D9A5D2C-8055-5E79-0008-9DF1B6BA32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1043" y="1923652"/>
            <a:ext cx="569914" cy="569914"/>
          </a:xfrm>
          <a:prstGeom prst="rect">
            <a:avLst/>
          </a:prstGeom>
        </p:spPr>
      </p:pic>
      <p:pic>
        <p:nvPicPr>
          <p:cNvPr id="6" name="Google Shape;192;p19" descr="image.png">
            <a:extLst>
              <a:ext uri="{FF2B5EF4-FFF2-40B4-BE49-F238E27FC236}">
                <a16:creationId xmlns:a16="http://schemas.microsoft.com/office/drawing/2014/main" id="{22B8942B-6434-C71A-E7FC-2980B6C176C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65220" y="3844777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F82CB8A-67A1-0E3D-E82D-B934D27F6505}"/>
              </a:ext>
            </a:extLst>
          </p:cNvPr>
          <p:cNvSpPr txBox="1"/>
          <p:nvPr/>
        </p:nvSpPr>
        <p:spPr>
          <a:xfrm>
            <a:off x="4538305" y="3816573"/>
            <a:ext cx="68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Iniciar</a:t>
            </a:r>
            <a:endParaRPr lang="pt-BR" noProof="0" dirty="0"/>
          </a:p>
        </p:txBody>
      </p:sp>
      <p:pic>
        <p:nvPicPr>
          <p:cNvPr id="8" name="Google Shape;192;p19" descr="image.png">
            <a:extLst>
              <a:ext uri="{FF2B5EF4-FFF2-40B4-BE49-F238E27FC236}">
                <a16:creationId xmlns:a16="http://schemas.microsoft.com/office/drawing/2014/main" id="{2B86620D-725C-4DDE-6FFE-19A7100D41E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88815" y="3844774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50DDA4A-FCB7-06C5-B64D-39AF2C2008F6}"/>
              </a:ext>
            </a:extLst>
          </p:cNvPr>
          <p:cNvSpPr txBox="1"/>
          <p:nvPr/>
        </p:nvSpPr>
        <p:spPr>
          <a:xfrm>
            <a:off x="6859702" y="3816570"/>
            <a:ext cx="489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Sair</a:t>
            </a:r>
            <a:endParaRPr lang="pt-BR" noProof="0" dirty="0"/>
          </a:p>
        </p:txBody>
      </p:sp>
      <p:pic>
        <p:nvPicPr>
          <p:cNvPr id="10" name="Google Shape;192;p19" descr="image.png">
            <a:extLst>
              <a:ext uri="{FF2B5EF4-FFF2-40B4-BE49-F238E27FC236}">
                <a16:creationId xmlns:a16="http://schemas.microsoft.com/office/drawing/2014/main" id="{CCA8FA4D-053F-1E5E-896D-90259404510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77017" y="3844774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8B8D6C-6E0D-CD07-C4A4-B97AB3E2A7C1}"/>
              </a:ext>
            </a:extLst>
          </p:cNvPr>
          <p:cNvSpPr txBox="1"/>
          <p:nvPr/>
        </p:nvSpPr>
        <p:spPr>
          <a:xfrm>
            <a:off x="5569806" y="3810986"/>
            <a:ext cx="795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Opções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6531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80"/>
        </a:solid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1D9719B3-8B1E-7E52-8DF8-D5212934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computer_explorer-5.png (48×48)">
            <a:extLst>
              <a:ext uri="{FF2B5EF4-FFF2-40B4-BE49-F238E27FC236}">
                <a16:creationId xmlns:a16="http://schemas.microsoft.com/office/drawing/2014/main" id="{04AFD598-A202-570D-E838-2E968432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38125"/>
            <a:ext cx="457200" cy="4572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DC4ACAF-5DCB-4EAA-BC5E-3B1D4813E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438400"/>
            <a:ext cx="457200" cy="4572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ADF3360-1B6E-6F6A-0372-A5F16EE1C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909637"/>
            <a:ext cx="457200" cy="4572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4EE7372F-FA1D-432A-C443-845CA41AD139}"/>
              </a:ext>
            </a:extLst>
          </p:cNvPr>
          <p:cNvSpPr txBox="1"/>
          <p:nvPr/>
        </p:nvSpPr>
        <p:spPr>
          <a:xfrm>
            <a:off x="76200" y="694193"/>
            <a:ext cx="800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My Computer</a:t>
            </a:r>
            <a:endParaRPr lang="pt-BR" sz="800" dirty="0">
              <a:solidFill>
                <a:schemeClr val="bg1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91E9C95-7211-F04F-2297-3216AF97A97E}"/>
              </a:ext>
            </a:extLst>
          </p:cNvPr>
          <p:cNvSpPr txBox="1"/>
          <p:nvPr/>
        </p:nvSpPr>
        <p:spPr>
          <a:xfrm>
            <a:off x="76199" y="1365705"/>
            <a:ext cx="866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My Documents</a:t>
            </a:r>
            <a:endParaRPr lang="pt-BR" sz="800" dirty="0">
              <a:solidFill>
                <a:schemeClr val="bg1"/>
              </a:solidFill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19158DB3-A895-40D7-40E4-D80063EE0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1621749"/>
            <a:ext cx="457200" cy="45720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54D887F-2D65-A86D-75CA-DF6790DD6D73}"/>
              </a:ext>
            </a:extLst>
          </p:cNvPr>
          <p:cNvSpPr txBox="1"/>
          <p:nvPr/>
        </p:nvSpPr>
        <p:spPr>
          <a:xfrm>
            <a:off x="178592" y="2089948"/>
            <a:ext cx="6286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Explorer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E851CBB-9888-B049-AF18-A5E84EAA5EAD}"/>
              </a:ext>
            </a:extLst>
          </p:cNvPr>
          <p:cNvSpPr txBox="1"/>
          <p:nvPr/>
        </p:nvSpPr>
        <p:spPr>
          <a:xfrm>
            <a:off x="109535" y="2946173"/>
            <a:ext cx="7667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noProof="0" dirty="0" err="1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Recycle</a:t>
            </a:r>
            <a:r>
              <a:rPr lang="pt-BR" sz="800" noProof="0" dirty="0">
                <a:solidFill>
                  <a:schemeClr val="bg1"/>
                </a:solidFill>
                <a:latin typeface="Tahoma"/>
                <a:ea typeface="Tahoma"/>
                <a:cs typeface="Tahoma"/>
                <a:sym typeface="Tahoma"/>
              </a:rPr>
              <a:t>  Bin</a:t>
            </a:r>
            <a:endParaRPr lang="pt-BR" sz="800" dirty="0">
              <a:solidFill>
                <a:schemeClr val="bg1"/>
              </a:solidFill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9ABD9965-1BF7-BD42-18E4-4FEC65EBD6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6" y="6540926"/>
            <a:ext cx="12192000" cy="31707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E258391-9DC6-62E8-0F6C-0D6BBAF58F7B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  <p:pic>
        <p:nvPicPr>
          <p:cNvPr id="5" name="Google Shape;84;p13" descr="image.png">
            <a:extLst>
              <a:ext uri="{FF2B5EF4-FFF2-40B4-BE49-F238E27FC236}">
                <a16:creationId xmlns:a16="http://schemas.microsoft.com/office/drawing/2014/main" id="{98B113B4-6E81-1240-A5D0-94B696C52A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62250" y="1282005"/>
            <a:ext cx="6667500" cy="42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p13" descr="image.png">
            <a:extLst>
              <a:ext uri="{FF2B5EF4-FFF2-40B4-BE49-F238E27FC236}">
                <a16:creationId xmlns:a16="http://schemas.microsoft.com/office/drawing/2014/main" id="{1AC44407-D383-9D76-45B1-FCBBBEF4E48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76550" y="1396305"/>
            <a:ext cx="6438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6;p13" descr="image.png">
            <a:extLst>
              <a:ext uri="{FF2B5EF4-FFF2-40B4-BE49-F238E27FC236}">
                <a16:creationId xmlns:a16="http://schemas.microsoft.com/office/drawing/2014/main" id="{35C50173-AB9E-2452-5BEE-1054A0064DC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76550" y="1672530"/>
            <a:ext cx="6438900" cy="378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7;p13" descr="image.png">
            <a:extLst>
              <a:ext uri="{FF2B5EF4-FFF2-40B4-BE49-F238E27FC236}">
                <a16:creationId xmlns:a16="http://schemas.microsoft.com/office/drawing/2014/main" id="{14094094-9A06-6C89-CD99-081EE90E4AD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34450" y="145821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88;p13" descr="image.png">
            <a:extLst>
              <a:ext uri="{FF2B5EF4-FFF2-40B4-BE49-F238E27FC236}">
                <a16:creationId xmlns:a16="http://schemas.microsoft.com/office/drawing/2014/main" id="{6997906D-5383-2608-BE25-DBDCE152B8F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05900" y="1458217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90;p13">
            <a:extLst>
              <a:ext uri="{FF2B5EF4-FFF2-40B4-BE49-F238E27FC236}">
                <a16:creationId xmlns:a16="http://schemas.microsoft.com/office/drawing/2014/main" id="{831F018F-BAA1-F903-3BEF-326F42DC8122}"/>
              </a:ext>
            </a:extLst>
          </p:cNvPr>
          <p:cNvSpPr txBox="1"/>
          <p:nvPr/>
        </p:nvSpPr>
        <p:spPr>
          <a:xfrm>
            <a:off x="2933700" y="1424880"/>
            <a:ext cx="1517002" cy="21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User_Profile.exe</a:t>
            </a:r>
            <a:endParaRPr dirty="0"/>
          </a:p>
        </p:txBody>
      </p:sp>
      <p:sp>
        <p:nvSpPr>
          <p:cNvPr id="22" name="Google Shape;92;p13">
            <a:extLst>
              <a:ext uri="{FF2B5EF4-FFF2-40B4-BE49-F238E27FC236}">
                <a16:creationId xmlns:a16="http://schemas.microsoft.com/office/drawing/2014/main" id="{3E7BD13E-9C08-F480-606D-708C6585E7D8}"/>
              </a:ext>
            </a:extLst>
          </p:cNvPr>
          <p:cNvSpPr txBox="1"/>
          <p:nvPr/>
        </p:nvSpPr>
        <p:spPr>
          <a:xfrm>
            <a:off x="3213675" y="2626143"/>
            <a:ext cx="59208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rgbClr val="000080"/>
                </a:solidFill>
                <a:latin typeface="Tahoma"/>
                <a:ea typeface="Tahoma"/>
                <a:cs typeface="Tahoma"/>
                <a:sym typeface="Tahoma"/>
              </a:rPr>
              <a:t>Obrigado por ouvir!</a:t>
            </a:r>
            <a:endParaRPr lang="pt-BR" sz="1200" noProof="0" dirty="0"/>
          </a:p>
        </p:txBody>
      </p:sp>
      <p:sp>
        <p:nvSpPr>
          <p:cNvPr id="27" name="Google Shape;93;p13">
            <a:extLst>
              <a:ext uri="{FF2B5EF4-FFF2-40B4-BE49-F238E27FC236}">
                <a16:creationId xmlns:a16="http://schemas.microsoft.com/office/drawing/2014/main" id="{50157A33-CBF0-CB77-17FB-AD76A6521161}"/>
              </a:ext>
            </a:extLst>
          </p:cNvPr>
          <p:cNvSpPr txBox="1"/>
          <p:nvPr/>
        </p:nvSpPr>
        <p:spPr>
          <a:xfrm>
            <a:off x="3276530" y="4863404"/>
            <a:ext cx="56388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0" i="0" u="none" strike="noStrike" cap="none" noProof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Versão 27.08.13 (Build </a:t>
            </a:r>
            <a:r>
              <a:rPr lang="pt-BR" sz="1650" noProof="0" dirty="0">
                <a:latin typeface="Tahoma"/>
                <a:ea typeface="Tahoma"/>
                <a:cs typeface="Tahoma"/>
                <a:sym typeface="Tahoma"/>
              </a:rPr>
              <a:t>9809</a:t>
            </a:r>
            <a:r>
              <a:rPr lang="pt-BR" sz="1650" b="0" i="0" u="none" strike="noStrike" cap="none" noProof="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lang="pt-BR" noProof="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9817D2AA-026C-2DDC-7BED-3A2780B7949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811043" y="1923652"/>
            <a:ext cx="569914" cy="569914"/>
          </a:xfrm>
          <a:prstGeom prst="rect">
            <a:avLst/>
          </a:prstGeom>
        </p:spPr>
      </p:pic>
      <p:pic>
        <p:nvPicPr>
          <p:cNvPr id="31" name="Google Shape;192;p19" descr="image.png">
            <a:extLst>
              <a:ext uri="{FF2B5EF4-FFF2-40B4-BE49-F238E27FC236}">
                <a16:creationId xmlns:a16="http://schemas.microsoft.com/office/drawing/2014/main" id="{49CB7B6E-45E0-5893-D9F9-16E0D3A9A8BE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365220" y="3844777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AEE9515D-79A4-B44A-2C6F-572E12157E9B}"/>
              </a:ext>
            </a:extLst>
          </p:cNvPr>
          <p:cNvSpPr txBox="1"/>
          <p:nvPr/>
        </p:nvSpPr>
        <p:spPr>
          <a:xfrm>
            <a:off x="4464222" y="3810986"/>
            <a:ext cx="858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Reiniciar</a:t>
            </a:r>
          </a:p>
        </p:txBody>
      </p:sp>
      <p:pic>
        <p:nvPicPr>
          <p:cNvPr id="36" name="Google Shape;192;p19" descr="image.png">
            <a:extLst>
              <a:ext uri="{FF2B5EF4-FFF2-40B4-BE49-F238E27FC236}">
                <a16:creationId xmlns:a16="http://schemas.microsoft.com/office/drawing/2014/main" id="{F3AD82DC-DA5F-8F9B-28B2-B45BB632668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88815" y="3844774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17757B-990B-C952-E19F-257505AD47C0}"/>
              </a:ext>
            </a:extLst>
          </p:cNvPr>
          <p:cNvSpPr txBox="1"/>
          <p:nvPr/>
        </p:nvSpPr>
        <p:spPr>
          <a:xfrm>
            <a:off x="6670000" y="3810986"/>
            <a:ext cx="874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Encerrar</a:t>
            </a:r>
            <a:endParaRPr lang="pt-BR" noProof="0" dirty="0"/>
          </a:p>
        </p:txBody>
      </p:sp>
      <p:pic>
        <p:nvPicPr>
          <p:cNvPr id="40" name="Google Shape;192;p19" descr="image.png">
            <a:extLst>
              <a:ext uri="{FF2B5EF4-FFF2-40B4-BE49-F238E27FC236}">
                <a16:creationId xmlns:a16="http://schemas.microsoft.com/office/drawing/2014/main" id="{66DCE369-7B3D-9DAB-A40B-650F2DDF81F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77017" y="3844774"/>
            <a:ext cx="1031501" cy="25137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6B82BF70-D1F2-FADD-088F-7FF5643BF950}"/>
              </a:ext>
            </a:extLst>
          </p:cNvPr>
          <p:cNvSpPr txBox="1"/>
          <p:nvPr/>
        </p:nvSpPr>
        <p:spPr>
          <a:xfrm>
            <a:off x="5569806" y="3810986"/>
            <a:ext cx="795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noProof="0" dirty="0">
                <a:latin typeface="Tahoma"/>
                <a:ea typeface="Tahoma"/>
                <a:cs typeface="Tahoma"/>
                <a:sym typeface="Tahoma"/>
              </a:rPr>
              <a:t>Opções</a:t>
            </a:r>
            <a:endParaRPr lang="pt-BR" noProof="0" dirty="0"/>
          </a:p>
        </p:txBody>
      </p:sp>
      <p:sp>
        <p:nvSpPr>
          <p:cNvPr id="44" name="Google Shape;269;p25">
            <a:extLst>
              <a:ext uri="{FF2B5EF4-FFF2-40B4-BE49-F238E27FC236}">
                <a16:creationId xmlns:a16="http://schemas.microsoft.com/office/drawing/2014/main" id="{EC6ACE76-CC27-88A3-A86E-3E78C2E17845}"/>
              </a:ext>
            </a:extLst>
          </p:cNvPr>
          <p:cNvSpPr txBox="1"/>
          <p:nvPr/>
        </p:nvSpPr>
        <p:spPr>
          <a:xfrm>
            <a:off x="3891498" y="3328652"/>
            <a:ext cx="4431803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 b="0" i="0" u="none" strike="noStrike" cap="none" noProof="0" dirty="0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Está Apresentação já pode ser encerrada com segurança.</a:t>
            </a:r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78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436</Words>
  <Application>Microsoft Office PowerPoint</Application>
  <PresentationFormat>Widescreen</PresentationFormat>
  <Paragraphs>106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Filipe Mattos Dietrich</cp:lastModifiedBy>
  <cp:revision>10</cp:revision>
  <dcterms:modified xsi:type="dcterms:W3CDTF">2026-06-11T11:54:59Z</dcterms:modified>
</cp:coreProperties>
</file>